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1e0c07471243e2" /><Relationship Type="http://schemas.openxmlformats.org/officeDocument/2006/relationships/extended-properties" Target="/docProps/app.xml" Id="R65fc3670bb644045" /><Relationship Type="http://schemas.openxmlformats.org/officeDocument/2006/relationships/officeDocument" Target="/ppt/presentation.xml" Id="R35650df4acbf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00ac367fe41f3"/>
  </p:sldMasterIdLst>
  <p:notesMasterIdLst>
    <p:notesMasterId xmlns:r="http://schemas.openxmlformats.org/officeDocument/2006/relationships" r:id="R1a3e22611ed144be"/>
  </p:notesMasterIdLst>
  <p:sldIdLst>
    <p:sldId xmlns:r="http://schemas.openxmlformats.org/officeDocument/2006/relationships" id="256" r:id="Rf9d300f134a142ce"/>
    <p:sldId xmlns:r="http://schemas.openxmlformats.org/officeDocument/2006/relationships" id="257" r:id="R1b798ecbaac947e1"/>
    <p:sldId xmlns:r="http://schemas.openxmlformats.org/officeDocument/2006/relationships" id="258" r:id="R27bf8695b32e4537"/>
    <p:sldId xmlns:r="http://schemas.openxmlformats.org/officeDocument/2006/relationships" id="259" r:id="R0d28c79125ab49e8"/>
    <p:sldId xmlns:r="http://schemas.openxmlformats.org/officeDocument/2006/relationships" id="260" r:id="R98a2e5e33c034604"/>
    <p:sldId xmlns:r="http://schemas.openxmlformats.org/officeDocument/2006/relationships" id="261" r:id="Rcaadb919d942409e"/>
    <p:sldId xmlns:r="http://schemas.openxmlformats.org/officeDocument/2006/relationships" id="262" r:id="R375d731bbc2f4a2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c4ba49f8104e0d" /><Relationship Type="http://schemas.openxmlformats.org/officeDocument/2006/relationships/slideMaster" Target="/ppt/slideMasters/slideMaster1.xml" Id="Rb9600ac367fe41f3" /><Relationship Type="http://schemas.openxmlformats.org/officeDocument/2006/relationships/notesMaster" Target="/ppt/notesMasters/notesMaster1.xml" Id="R1a3e22611ed144be" /><Relationship Type="http://schemas.openxmlformats.org/officeDocument/2006/relationships/presProps" Target="/ppt/presProps.xml" Id="R306613939d2744bb" /><Relationship Type="http://schemas.openxmlformats.org/officeDocument/2006/relationships/tableStyles" Target="/ppt/tableStyles.xml" Id="R7eae4cd171ba4e8e" /><Relationship Type="http://schemas.openxmlformats.org/officeDocument/2006/relationships/slide" Target="/ppt/slides/slide1.xml" Id="Rf9d300f134a142ce" /><Relationship Type="http://schemas.openxmlformats.org/officeDocument/2006/relationships/slide" Target="/ppt/slides/slide2.xml" Id="R1b798ecbaac947e1" /><Relationship Type="http://schemas.openxmlformats.org/officeDocument/2006/relationships/slide" Target="/ppt/slides/slide3.xml" Id="R27bf8695b32e4537" /><Relationship Type="http://schemas.openxmlformats.org/officeDocument/2006/relationships/slide" Target="/ppt/slides/slide4.xml" Id="R0d28c79125ab49e8" /><Relationship Type="http://schemas.openxmlformats.org/officeDocument/2006/relationships/slide" Target="/ppt/slides/slide5.xml" Id="R98a2e5e33c034604" /><Relationship Type="http://schemas.openxmlformats.org/officeDocument/2006/relationships/slide" Target="/ppt/slides/slide6.xml" Id="Rcaadb919d942409e" /><Relationship Type="http://schemas.openxmlformats.org/officeDocument/2006/relationships/slide" Target="/ppt/slides/slide7.xml" Id="R375d731bbc2f4a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2cfecdee640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3d0f4c296e41d3" /><Relationship Type="http://schemas.openxmlformats.org/officeDocument/2006/relationships/notesMaster" Target="/ppt/notesMasters/notesMaster1.xml" Id="R104fb2828a9148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a267cb26a4d07" /><Relationship Type="http://schemas.openxmlformats.org/officeDocument/2006/relationships/notesMaster" Target="/ppt/notesMasters/notesMaster1.xml" Id="R65677e8b7f9b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68e231effd4c1b" /><Relationship Type="http://schemas.openxmlformats.org/officeDocument/2006/relationships/notesMaster" Target="/ppt/notesMasters/notesMaster1.xml" Id="R221d14b78f09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405298c43846b6" /><Relationship Type="http://schemas.openxmlformats.org/officeDocument/2006/relationships/notesMaster" Target="/ppt/notesMasters/notesMaster1.xml" Id="R2f881dd8968f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7378e881a46d0" /><Relationship Type="http://schemas.openxmlformats.org/officeDocument/2006/relationships/notesMaster" Target="/ppt/notesMasters/notesMaster1.xml" Id="R86ab71bcc93f42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6b1a70c09d4129" /><Relationship Type="http://schemas.openxmlformats.org/officeDocument/2006/relationships/notesMaster" Target="/ppt/notesMasters/notesMaster1.xml" Id="R76935597cf96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b123f69ccc4ab5" /><Relationship Type="http://schemas.openxmlformats.org/officeDocument/2006/relationships/notesMaster" Target="/ppt/notesMasters/notesMaster1.xml" Id="Rf601e8ce51fa43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5f43cfe0941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1e9fa3a5945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c2da59afc4b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7d74b1eb047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0138b616f4f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d537803fa49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39173B-C6CE-4286-B4A6-73704B468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AD8CE5-C473-4D28-ADF2-FC49D72DE2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6C1877-193C-4F8D-8278-99DDA3DAD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487066-0598-4706-9401-5E07B5732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7356E2-4AF3-46A8-BB0E-31623FE5C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4A475A-A4FD-44BC-B030-A2246257D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21A19-6E38-4FDD-8548-BE1866C16D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8AC830-5FC1-4D76-B332-5FBA73BD70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60FA86-A9A7-406C-8665-C71A275C8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26C0F2-4352-4CCF-9D5C-6DC7594AEA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049438ab2b41a8" /><Relationship Type="http://schemas.openxmlformats.org/officeDocument/2006/relationships/slideLayout" Target="/ppt/slideLayouts/slideLayout1.xml" Id="R8ba732fa1179405e" /><Relationship Type="http://schemas.openxmlformats.org/officeDocument/2006/relationships/slideLayout" Target="/ppt/slideLayouts/slideLayout2.xml" Id="Ra4bf0bc8d06d4f29" /><Relationship Type="http://schemas.openxmlformats.org/officeDocument/2006/relationships/slideLayout" Target="/ppt/slideLayouts/slideLayout3.xml" Id="Rcf22266fe9c542cb" /><Relationship Type="http://schemas.openxmlformats.org/officeDocument/2006/relationships/slideLayout" Target="/ppt/slideLayouts/slideLayout4.xml" Id="R6978f767340749b5" /><Relationship Type="http://schemas.openxmlformats.org/officeDocument/2006/relationships/slideLayout" Target="/ppt/slideLayouts/slideLayout5.xml" Id="Rf69da0a1684c490b" /><Relationship Type="http://schemas.openxmlformats.org/officeDocument/2006/relationships/slideLayout" Target="/ppt/slideLayouts/slideLayout6.xml" Id="R18a7c2d2624d4c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a732fa1179405e"/>
    <p:sldLayoutId xmlns:r="http://schemas.openxmlformats.org/officeDocument/2006/relationships" id="2147483650" r:id="Ra4bf0bc8d06d4f29"/>
    <p:sldLayoutId xmlns:r="http://schemas.openxmlformats.org/officeDocument/2006/relationships" id="2147483651" r:id="Rcf22266fe9c542cb"/>
    <p:sldLayoutId xmlns:r="http://schemas.openxmlformats.org/officeDocument/2006/relationships" id="2147483652" r:id="R6978f767340749b5"/>
    <p:sldLayoutId xmlns:r="http://schemas.openxmlformats.org/officeDocument/2006/relationships" id="2147483653" r:id="Rf69da0a1684c490b"/>
    <p:sldLayoutId xmlns:r="http://schemas.openxmlformats.org/officeDocument/2006/relationships" id="2147483654" r:id="R18a7c2d2624d4c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10caa964340e9" /><Relationship Type="http://schemas.openxmlformats.org/officeDocument/2006/relationships/image" Target="/ppt/media/image.png" Id="R7b611e29bed640a6" /><Relationship Type="http://schemas.openxmlformats.org/officeDocument/2006/relationships/image" Target="/ppt/media/image2.png" Id="Ra097992611364820" /><Relationship Type="http://schemas.openxmlformats.org/officeDocument/2006/relationships/notesSlide" Target="/ppt/notesSlides/notesSlide1.xml" Id="R28ece5e0454145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a12f85c0744e8" /><Relationship Type="http://schemas.openxmlformats.org/officeDocument/2006/relationships/notesSlide" Target="/ppt/notesSlides/notesSlide2.xml" Id="Rc25a402596b7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6f966053745e0" /><Relationship Type="http://schemas.openxmlformats.org/officeDocument/2006/relationships/image" Target="/ppt/media/image3.png" Id="Rd3751ac4369d46d6" /><Relationship Type="http://schemas.openxmlformats.org/officeDocument/2006/relationships/notesSlide" Target="/ppt/notesSlides/notesSlide3.xml" Id="R97766b56cefa4e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b2a628ba84aa5" /><Relationship Type="http://schemas.openxmlformats.org/officeDocument/2006/relationships/image" Target="/ppt/media/image4.png" Id="Rd285b4f6dfec4aad" /><Relationship Type="http://schemas.openxmlformats.org/officeDocument/2006/relationships/notesSlide" Target="/ppt/notesSlides/notesSlide4.xml" Id="R37a0cc1291804d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03d771170422d" /><Relationship Type="http://schemas.openxmlformats.org/officeDocument/2006/relationships/image" Target="/ppt/media/image5.png" Id="Ra895734d959d4837" /><Relationship Type="http://schemas.openxmlformats.org/officeDocument/2006/relationships/notesSlide" Target="/ppt/notesSlides/notesSlide5.xml" Id="R5b91113ff10b4b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3493f269cf48d0" /><Relationship Type="http://schemas.openxmlformats.org/officeDocument/2006/relationships/image" Target="/ppt/media/image6.png" Id="Re49beb5df9bb4038" /><Relationship Type="http://schemas.openxmlformats.org/officeDocument/2006/relationships/notesSlide" Target="/ppt/notesSlides/notesSlide6.xml" Id="R05a9e6fa248742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8d7411ec44e3d" /><Relationship Type="http://schemas.openxmlformats.org/officeDocument/2006/relationships/image" Target="/ppt/media/image7.png" Id="R0274c50fbc7a4663" /><Relationship Type="http://schemas.openxmlformats.org/officeDocument/2006/relationships/image" Target="/ppt/media/image8.png" Id="Rae63325ad3254aa2" /><Relationship Type="http://schemas.openxmlformats.org/officeDocument/2006/relationships/notesSlide" Target="/ppt/notesSlides/notesSlide7.xml" Id="R5ad282889ade49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7710C-56D2-46E1-9EDF-ACE597F77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11e29bed640a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62713-67FD-4E4E-B1D9-2AD4FC7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1">
              <a:alpha val="4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D4757-71CA-4BEC-882F-4171E4B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1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76A93-F5F8-4BF2-AC17-6F4B936C3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7992611364820"/>
          <a:stretch xmlns:a="http://schemas.openxmlformats.org/drawingml/2006/main"/>
        </p:blipFill>
        <p:spPr>
          <a:xfrm xmlns:a="http://schemas.openxmlformats.org/drawingml/2006/main">
            <a:off x="796022" y="514350"/>
            <a:ext cx="2170331" cy="78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F56C9-6516-4696-A79C-F41BACA9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ADMINISTRACIÓN DE CONSORCIOS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3A937-19E9-4A16-9D71-DBDED16C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63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Menos tareas</a:t>
            </a:r>
          </a:p>
          <a:p xmlns:a="http://schemas.openxmlformats.org/drawingml/2006/main">
            <a:pPr algn="l">
              <a:defRPr sz="63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dispersas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9AFCF-8477-4DCC-ABA5-4D599B38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Más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A24BC-22D4-4576-AE99-0F7A6ACE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7FBFD"/>
                </a:solidFill>
                <a:latin typeface="Arial"/>
                <a:ea typeface="Arial"/>
                <a:cs typeface="Arial"/>
              </a:rPr>
              <a:t>Liquidaciones, cobranzas y comunicación en un mismo circuito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E1308-D30A-421B-B9B1-2DD3D934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013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Deslizá para conocerlo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CD930-CEE8-42E0-A489-A559E7B7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CC53-D492-48FB-9474-1E371D1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1274822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AD1C4-46A6-4E66-9CAA-54BAF904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96"/>
          </a:bodyPr>
          <a:lstStyle xmlns:a="http://schemas.openxmlformats.org/drawingml/2006/main">
            <a:defPPr algn="l">
              <a:defRPr sz="4875" b="1">
                <a:solidFill>
                  <a:srgbClr val="10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102D4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02D42"/>
                </a:solidFill>
                <a:latin typeface="Arial"/>
                <a:ea typeface="Arial"/>
                <a:cs typeface="Arial"/>
              </a:rPr>
              <a:t>El cierre mensual se dispersa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43C71-9C49-45A4-BAC9-9954F748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90"/>
          </a:bodyPr>
          <a:lstStyle xmlns:a="http://schemas.openxmlformats.org/drawingml/2006/main">
            <a:defPPr algn="l">
              <a:defRPr sz="49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PLANILLAS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6C904-7D56-4E9E-8D70-88BAABE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4650" b="1">
                <a:solidFill>
                  <a:srgbClr val="071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4650" b="1">
                <a:solidFill>
                  <a:srgbClr val="071A3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71A31"/>
                </a:solidFill>
                <a:latin typeface="Arial"/>
                <a:ea typeface="Arial"/>
                <a:cs typeface="Arial"/>
              </a:rPr>
              <a:t>COMPROBANTES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0F771-95F3-41C7-9166-9796F1EC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90"/>
          </a:bodyPr>
          <a:lstStyle xmlns:a="http://schemas.openxmlformats.org/drawingml/2006/main">
            <a:defPPr algn="l">
              <a:defRPr sz="49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MENSAJES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809B8-0D8A-4063-8FF5-78BEEEA6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715125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4650" b="1">
                <a:solidFill>
                  <a:srgbClr val="071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4650" b="1">
                <a:solidFill>
                  <a:srgbClr val="071A3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71A31"/>
                </a:solidFill>
                <a:latin typeface="Arial"/>
                <a:ea typeface="Arial"/>
                <a:cs typeface="Arial"/>
              </a:rPr>
              <a:t>DOCUMENTOS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313C6-F19F-43DD-A9DF-3528F68B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429625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7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B24C6-F56E-4070-BA56-C5802DAE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05875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0">
                <a:solidFill>
                  <a:srgbClr val="10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02D4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02D42"/>
                </a:solidFill>
                <a:latin typeface="Arial"/>
                <a:ea typeface="Arial"/>
                <a:cs typeface="Arial"/>
              </a:rPr>
              <a:t>Cuando cada tarea vive en un lugar distinto, el control depende de revisiones manuales.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479E6-CE77-4C58-A465-8467EC39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219E2-600D-4864-999F-BCDEF6F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2022318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635DA-F3B6-40FB-B3E5-5D3D5AAFE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1ac4369d46d6"/>
          <a:stretch xmlns:a="http://schemas.openxmlformats.org/drawingml/2006/main"/>
        </p:blipFill>
        <p:spPr>
          <a:xfrm xmlns:a="http://schemas.openxmlformats.org/drawingml/2006/main">
            <a:off x="796022" y="514350"/>
            <a:ext cx="2170331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A0AA5-131A-4EC1-8BB4-0668993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Liquidación mensual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FBEB-C3A0-4425-9B68-283CB7B7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CF506-CD41-4A1F-9D85-B950D9C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671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Gastos y comprobantes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FE9CE-3BB3-4CA9-9DC6-B22E5C4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5FE2F-4A48-4C95-8FD4-1F81B66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38750"/>
            <a:ext cx="714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Distribución por coeficientes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27C27-BF69-4B2D-B9CB-5DAD943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2B142-1DF1-4B1E-A6EC-D2CD6B8B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667500"/>
            <a:ext cx="685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Doble vencimiento y pronto pago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81B47-9F91-4EBA-8935-14E9B7E7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248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ED5B0-FFBE-49C3-B457-782899E3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5725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Control antes de publicar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695CE-6674-4FFA-8019-FD36B77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El administrador conserva la decisión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7F0AA-8631-4153-9827-F4309B8A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77E50-BFA2-49FD-ABD8-7A07BFE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2111558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66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7B42D-047F-4BAD-8B1E-B9AEF2EF0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5b4f6dfec4aad"/>
          <a:stretch xmlns:a="http://schemas.openxmlformats.org/drawingml/2006/main"/>
        </p:blipFill>
        <p:spPr>
          <a:xfrm xmlns:a="http://schemas.openxmlformats.org/drawingml/2006/main">
            <a:off x="796022" y="514350"/>
            <a:ext cx="2170331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29C2A-2495-418E-8455-97E9A38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Cobros y tesorería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1D83D-07E0-41D3-A135-9736B585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CUENTA CORRIENTE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DB75F-170A-4CBB-9025-B9CFFE6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BFD"/>
                </a:solidFill>
                <a:latin typeface="Arial"/>
                <a:ea typeface="Arial"/>
                <a:cs typeface="Arial"/>
              </a:rPr>
              <a:t>actualizada por unidad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3C939-5DAB-44FE-84E2-AA6B7FB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RECIBOS Y MOROSIDAD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B040C-6420-4A5E-AF12-442C84A2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BFD"/>
                </a:solidFill>
                <a:latin typeface="Arial"/>
                <a:ea typeface="Arial"/>
                <a:cs typeface="Arial"/>
              </a:rPr>
              <a:t>con 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6F8B4-B500-42D8-BFF6-EAD7FD6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PROVEEDORES Y BANCOS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1EBC5-2999-4D75-833D-92FE27C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BFD"/>
                </a:solidFill>
                <a:latin typeface="Arial"/>
                <a:ea typeface="Arial"/>
                <a:cs typeface="Arial"/>
              </a:rPr>
              <a:t>incluidos en el control económico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6B07D-5ABE-429C-912F-8542730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E8F5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E8F5F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F5F2"/>
                </a:solidFill>
                <a:latin typeface="Arial"/>
                <a:ea typeface="Arial"/>
                <a:cs typeface="Arial"/>
              </a:rPr>
              <a:t>Conciliación bancaria para cerrar con respaldo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99745-EC15-4BDB-BA5F-37E8B09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8F5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8F5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F5F2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20491-3A77-4437-8E66-2CE51EF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E8F5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E8F5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F5F2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2118110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441DF-1105-42FA-92AD-2C5C07DE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1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22AC7-F57C-4982-8415-F116FD6CF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5734d959d4837"/>
          <a:stretch xmlns:a="http://schemas.openxmlformats.org/drawingml/2006/main"/>
        </p:blipFill>
        <p:spPr>
          <a:xfrm xmlns:a="http://schemas.openxmlformats.org/drawingml/2006/main">
            <a:off x="796022" y="514350"/>
            <a:ext cx="2170331" cy="78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58969-EDE1-497E-8AE2-06E1ED0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10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02D4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2D42"/>
                </a:solidFill>
                <a:latin typeface="Arial"/>
                <a:ea typeface="Arial"/>
                <a:cs typeface="Arial"/>
              </a:rPr>
              <a:t>Mi Consorcio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8B730-232F-43FA-85F8-2454A9A7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000" b="0">
                <a:solidFill>
                  <a:srgbClr val="10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02D4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02D42"/>
                </a:solidFill>
                <a:latin typeface="Arial"/>
                <a:ea typeface="Arial"/>
                <a:cs typeface="Arial"/>
              </a:rPr>
              <a:t>Cada propietario u ocupante consulta lo que la administración habilita.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7CA91-D715-44DC-A056-516637EF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Expensas y pagos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0E78D-C25B-49C7-9661-1520763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Mensajes a la administración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8BA05-88B4-42E0-B31E-D1B64BC9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8625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Documentos e información del edificio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8CC48-3A69-40FA-B99E-7159C798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58375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7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70F03-742D-4537-9433-2FCAF097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34625"/>
            <a:ext cx="790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71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71A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31"/>
                </a:solidFill>
                <a:latin typeface="Arial"/>
                <a:ea typeface="Arial"/>
                <a:cs typeface="Arial"/>
              </a:rPr>
              <a:t>Menos consultas repetitivas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E3116-FDAD-47DC-83EE-D529AB2B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41A2C-F735-421A-8AA8-ED2D44A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D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65E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375652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4B912-8B7A-4BF4-8182-DF97D5291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beb5df9bb4038"/>
          <a:stretch xmlns:a="http://schemas.openxmlformats.org/drawingml/2006/main"/>
        </p:blipFill>
        <p:spPr>
          <a:xfrm xmlns:a="http://schemas.openxmlformats.org/drawingml/2006/main">
            <a:off x="796022" y="514350"/>
            <a:ext cx="2170331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2A36C-0673-4416-B91E-08F7E44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838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Acompañamiento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375CF-9109-4A4D-BEDA-E200EA9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Demostración guiada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B050E-5DF1-4F7B-9F60-6A229E7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7FBFD"/>
                </a:solidFill>
                <a:latin typeface="Arial"/>
                <a:ea typeface="Arial"/>
                <a:cs typeface="Arial"/>
              </a:rPr>
              <a:t>15 minutos para recorrer un ciclo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7598A-8C45-4EBE-84FF-EFFC77F2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Piloto acompañado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D8AB8-662B-4AE4-9EB5-553B5DB8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0"/>
            <a:ext cx="809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7FBFD"/>
                </a:solidFill>
                <a:latin typeface="Arial"/>
                <a:ea typeface="Arial"/>
                <a:cs typeface="Arial"/>
              </a:rPr>
              <a:t>Configuración de un consorcio real y primer cierre mensual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B3187-A62F-4C41-9896-B1A01359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La demostración es gratuita. El piloto comienza únicamente con una propuesta aceptada.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DB44D-E879-4BE0-AFCC-0E32C90E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2811E-AA18-454F-83D5-BF105EC3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5169593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15DA4-63E2-4BCB-B212-AC6348331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4c50fbc7a466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68913-0F4E-4ED6-80B8-72797728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1">
              <a:alpha val="4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5DC53-2DAF-44B8-B2D5-D3B7807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1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95E49-ABCA-4B71-ADFD-63358F563D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3325ad3254aa2"/>
          <a:stretch xmlns:a="http://schemas.openxmlformats.org/drawingml/2006/main"/>
        </p:blipFill>
        <p:spPr>
          <a:xfrm xmlns:a="http://schemas.openxmlformats.org/drawingml/2006/main">
            <a:off x="796022" y="514350"/>
            <a:ext cx="2170331" cy="78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BC3AC-6BC7-4668-9044-E6C305C0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Conocelo en</a:t>
            </a:r>
          </a:p>
          <a:p xmlns:a="http://schemas.openxmlformats.org/drawingml/2006/main">
            <a:pPr algn="l">
              <a:defRPr sz="64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15 minutos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368DD-0E9D-4563-B174-57B38679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2D9C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2D9C8"/>
                </a:solidFill>
                <a:latin typeface="Arial"/>
                <a:ea typeface="Arial"/>
                <a:cs typeface="Arial"/>
              </a:rPr>
              <a:t>Demostración guiada y gratuita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5B43A-FB59-4475-A26D-CD1BF60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Escribinos por mensaje directo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57B69-7913-4CEF-ACB5-119984C5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D37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D37F"/>
                </a:solidFill>
                <a:latin typeface="Arial"/>
                <a:ea typeface="Arial"/>
                <a:cs typeface="Arial"/>
              </a:rPr>
              <a:t>Link en la bio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A7992-0562-4E01-87E0-9F5B096A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onoprop.com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3C1D5-E7CF-4E96-9E9E-2E958106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@ono.prop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4130C-A5BA-4CA5-80B4-1DBA5D78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77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BDD1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D1D8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54418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2026-10-14T02:16:32.5480000Z</dcterms:created>
  <dcterms:modified xsi:type="dcterms:W3CDTF">2026-10-14T02:16:32.5480000Z</dcterms:modified>
</coreProperties>
</file>